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presentation.html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1.png">
            <a:hlinkClick r:id="rId2" tooltip="打开交互式 HTML 演示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HTML screenshot presentation</dc:subject>
  <dc:creator>html-deck</dc:creator>
  <cp:lastModifiedBy>html-deck</cp:lastModifiedBy>
  <cp:revision>1</cp:revision>
  <dcterms:created xsi:type="dcterms:W3CDTF">2026-10-22T03:12:46Z</dcterms:created>
  <dcterms:modified xsi:type="dcterms:W3CDTF">2026-10-22T03:12:46Z</dcterms:modified>
</cp:coreProperties>
</file>